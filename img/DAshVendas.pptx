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F12E9-8327-66A4-03A1-527DFD821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8E6F6D-994A-46A4-D0B1-4654373F4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8B8C35-CF34-5B6B-7671-A4FCDE2D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029BBE-1B4E-1F6D-BA7E-74A91B1F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A97DEB-8B8D-A835-41C2-C843A299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90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35423-6C8A-AE11-0A84-4E174CD9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1EF70C-6AEA-D0C0-D850-9F4A0CE1F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EAA26D-03BC-4FBE-0E62-DE4C59316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0B3E5-248F-7072-5A7B-AD69D3B3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55A307-F2CF-48DA-69AE-4659A25D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44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5C62B-4574-3712-05F2-E2E71487F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A2753F-F613-F88B-64D4-5A165DBD1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77C64-78A4-D40C-4CF7-45631938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FFD0F4-3FAE-C66B-458B-6FDDA612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83A262-FFA4-F196-B2BF-3E8E4491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15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B3DD3-15BA-1660-04BB-584032C8E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A35F90-0E1B-1F98-1384-F0885FE14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136D77-BC7E-75F1-CE0E-3E448217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0F5BF0-BDFF-F771-3ACB-F89836EEE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FA8ECA-F608-5D5E-94D7-9E5231F5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4A3D5A-2720-D576-D763-1599CB93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04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B5D08-5AB6-B978-EA1A-DA0A37AD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7AD9DE-CCA5-75C1-6248-C5571973A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03C6BD-9307-C8B5-F86E-0B0507C6F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AEE6AE-A4DE-4D5C-CFBC-0CD4EEE4D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A0F393-1AEC-E906-D506-439C5ED28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404BC5-A0D5-7701-A96F-64D17159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ACB63E-CD05-5C35-B406-67EB98DB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B27E00B-D1A2-EB50-F8C3-33A3B9CE1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53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B1A3F-3B49-96CB-3BCE-83A4CD74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F4E27D-541B-F6C4-16C3-5A0D9B9E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7B0C03-F161-D9F4-AAFB-7AFFCDF8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47471A-1A02-E3DE-4206-FFED9BC2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38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65688D-C065-FDE8-ADFA-AF553499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B9F011-ADA4-4FB2-3E38-B7B6E0C6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EAD213-9332-A78F-7D30-0DB63BBC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60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36CE5-F14A-6C5A-30D6-AAF4AC19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0FC401-C430-09E1-FA9B-BFDB5473E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7040D0-EA23-D4CB-F4C3-B4F3F31AB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F2592C-E873-85A6-C994-2F131C68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676D41-8A69-6117-8022-5A814946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B52976-65E4-1451-85C9-EE5C2E7E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37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13FC2-48ED-1305-051A-943C64EE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F3A1E88-A9A3-73C8-DDF8-839C494EB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9B959F-A355-9495-8AAC-495F3171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CD432D-D1CB-EE66-8088-021DC8C9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277F0F-2F7B-4B90-6FC9-0B3439EF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E7E48C-7AE4-B4F5-44A9-2E53D3EB9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908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47BEB-2B23-1AA0-A046-43B15B98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261195-1DB9-A723-72EF-DEF81C58F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F2FE99-9517-01FA-875B-EDCC17E6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82FB9-9B53-FC8D-1404-309448E1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72C8DA-E03E-2B4D-6405-8D752E1C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10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EFDE6A-8651-4C6E-EA6E-506796EF1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CB2232-789E-E281-F3EE-9A9D552EA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8848CC-885C-E7D6-716B-A32917AA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DCD203-2E5A-8360-66D0-438EDEB3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12E258-0851-BCE9-9C9D-AE55EE37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5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B74D933-C641-0E16-D030-B52F50A4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48090D-5215-F2F5-5895-6550ACD5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16335-9808-732C-590F-A8CDBB58C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650BB-47B7-416D-A583-AB45F9672D27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5DCC4C-A356-1288-9C2F-1156C23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14E6D0-194B-1F30-72AE-C305B7962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FAAD2-B598-4FB7-884D-DA195735D0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512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DCFDA1B-145E-ACEA-ADF8-B38F79795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806"/>
          <a:stretch>
            <a:fillRect/>
          </a:stretch>
        </p:blipFill>
        <p:spPr>
          <a:xfrm>
            <a:off x="405" y="0"/>
            <a:ext cx="12191189" cy="131633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909D42A-A54D-E1AE-C9EB-E97A2BE20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9" t="23150" r="6041"/>
          <a:stretch>
            <a:fillRect/>
          </a:stretch>
        </p:blipFill>
        <p:spPr>
          <a:xfrm>
            <a:off x="0" y="1316334"/>
            <a:ext cx="12192000" cy="366764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7B7D861-E084-7357-CEE1-3F3DE0336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405" y="2964264"/>
            <a:ext cx="12191189" cy="389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15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Adriana Martins Torres</dc:creator>
  <cp:lastModifiedBy>Adriana Martins Torres</cp:lastModifiedBy>
  <cp:revision>1</cp:revision>
  <dcterms:created xsi:type="dcterms:W3CDTF">2026-03-30T20:50:54Z</dcterms:created>
  <dcterms:modified xsi:type="dcterms:W3CDTF">2026-03-30T20:57:35Z</dcterms:modified>
</cp:coreProperties>
</file>